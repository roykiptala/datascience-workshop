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7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0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5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6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3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1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13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72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2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8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58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0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D3494-2377-4943-8B8F-9FBBC80B755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2A4A3-AE9D-439A-B1A9-65CF27A6E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3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Retail Sales and Customer Analytics 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Presentation</a:t>
            </a:r>
          </a:p>
          <a:p>
            <a:r>
              <a:rPr lang="en-US" b="1" dirty="0" smtClean="0">
                <a:solidFill>
                  <a:schemeClr val="accent1"/>
                </a:solidFill>
              </a:rPr>
              <a:t>9/18/2026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16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1.Import the retail sales dataset into R and verify that the dataset has been loaded successfully.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5" y="1690689"/>
            <a:ext cx="6537715" cy="4289586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672" y="1690688"/>
            <a:ext cx="5203963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18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 Examine the structure, dimensions, variables, and data types of the retail sales dataset.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825625"/>
            <a:ext cx="3856128" cy="497274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253" y="1807008"/>
            <a:ext cx="3782991" cy="49913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041" y="1807008"/>
            <a:ext cx="2571882" cy="49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52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Explore the dataset to identify the different categories of variables available for analysis.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35" y="1826017"/>
            <a:ext cx="7208437" cy="4100212"/>
          </a:xfrm>
        </p:spPr>
      </p:pic>
    </p:spTree>
    <p:extLst>
      <p:ext uri="{BB962C8B-B14F-4D97-AF65-F5344CB8AC3E}">
        <p14:creationId xmlns:p14="http://schemas.microsoft.com/office/powerpoint/2010/main" val="275373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Produce descriptive summaries to gain an initial understanding of the dataset.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24" y="1785319"/>
            <a:ext cx="5231420" cy="477227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477" y="1843471"/>
            <a:ext cx="4914289" cy="3838524"/>
          </a:xfrm>
        </p:spPr>
      </p:pic>
    </p:spTree>
    <p:extLst>
      <p:ext uri="{BB962C8B-B14F-4D97-AF65-F5344CB8AC3E}">
        <p14:creationId xmlns:p14="http://schemas.microsoft.com/office/powerpoint/2010/main" val="305963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5. Clean and validate the retail sales dataset by identifying and correcting missing values using appropriate R techniques.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05" y="1810955"/>
            <a:ext cx="2712870" cy="4351338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328" y="1810955"/>
            <a:ext cx="2047980" cy="18765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162" y="1854959"/>
            <a:ext cx="3257717" cy="48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0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6. Identify, validate, and remove duplicate transaction records while preserving valid sales information.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41" y="2241671"/>
            <a:ext cx="3372023" cy="1582906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35" y="4102516"/>
            <a:ext cx="10058400" cy="147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2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7. Validate customer demographic information by identifying invalid ages and inconsistent customer categories.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3773364" cy="236447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5285"/>
            <a:ext cx="6808967" cy="26863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514" y="1165129"/>
            <a:ext cx="4800847" cy="10954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42" y="2360882"/>
            <a:ext cx="4753219" cy="11049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293" y="3793214"/>
            <a:ext cx="3619686" cy="52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13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8. Standardize product categories, branch names, payment methods, and customer membership information.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94" y="1903073"/>
            <a:ext cx="4864910" cy="16670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94" y="3782521"/>
            <a:ext cx="4864910" cy="18231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563" y="1903073"/>
            <a:ext cx="4000706" cy="16670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016" y="1636187"/>
            <a:ext cx="2609984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20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9. Detect and correct inconsistent text formatting including unnecessary spaces, mixed letter cases, and spelling inconsistencies.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08" y="2049627"/>
            <a:ext cx="4848474" cy="183061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08" y="4239176"/>
            <a:ext cx="4848474" cy="9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6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10. Convert variables into appropriate data types suitable for business analysis.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7" y="1690689"/>
            <a:ext cx="3021975" cy="494865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660" y="1690688"/>
            <a:ext cx="5458106" cy="133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8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11. Identify and validate unrealistic numerical values such as negative quantities, incorrect discounts, invalid unit prices, and unrealistic profits.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9" y="2183909"/>
            <a:ext cx="3190455" cy="97029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651" y="2130530"/>
            <a:ext cx="3843414" cy="10236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361" y="2130529"/>
            <a:ext cx="4358523" cy="10236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2845"/>
            <a:ext cx="5677104" cy="383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3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12. Detect and appropriately handle outliers in sales, profit, and quantity variables.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77" y="1756232"/>
            <a:ext cx="3597378" cy="435037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752" y="1756232"/>
            <a:ext cx="3557701" cy="43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9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13. Produce a cleaned and validated retail sales dataset and export it as a new CSV file.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35" y="2250219"/>
            <a:ext cx="8162231" cy="3244131"/>
          </a:xfrm>
        </p:spPr>
      </p:pic>
    </p:spTree>
    <p:extLst>
      <p:ext uri="{BB962C8B-B14F-4D97-AF65-F5344CB8AC3E}">
        <p14:creationId xmlns:p14="http://schemas.microsoft.com/office/powerpoint/2010/main" val="173543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4827</TotalTime>
  <Words>234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 Theme</vt:lpstr>
      <vt:lpstr>Retail Sales and Customer Analytics </vt:lpstr>
      <vt:lpstr>1.Import the retail sales dataset into R and verify that the dataset has been loaded successfully. </vt:lpstr>
      <vt:lpstr>2. Examine the structure, dimensions, variables, and data types of the retail sales dataset. </vt:lpstr>
      <vt:lpstr>3. Explore the dataset to identify the different categories of variables available for analysis. </vt:lpstr>
      <vt:lpstr>4. Produce descriptive summaries to gain an initial understanding of the dataset. </vt:lpstr>
      <vt:lpstr>5. Clean and validate the retail sales dataset by identifying and correcting missing values using appropriate R techniques. </vt:lpstr>
      <vt:lpstr>6. Identify, validate, and remove duplicate transaction records while preserving valid sales information. </vt:lpstr>
      <vt:lpstr>7. Validate customer demographic information by identifying invalid ages and inconsistent customer categories. </vt:lpstr>
      <vt:lpstr>8. Standardize product categories, branch names, payment methods, and customer membership information. </vt:lpstr>
      <vt:lpstr>9. Detect and correct inconsistent text formatting including unnecessary spaces, mixed letter cases, and spelling inconsistencies. </vt:lpstr>
      <vt:lpstr>10. Convert variables into appropriate data types suitable for business analysis. </vt:lpstr>
      <vt:lpstr>11. Identify and validate unrealistic numerical values such as negative quantities, incorrect discounts, invalid unit prices, and unrealistic profits. </vt:lpstr>
      <vt:lpstr>12. Detect and appropriately handle outliers in sales, profit, and quantity variables. </vt:lpstr>
      <vt:lpstr>13. Produce a cleaned and validated retail sales dataset and export it as a new CSV file.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and Customer Analytics</dc:title>
  <dc:creator>hp</dc:creator>
  <cp:lastModifiedBy>hp</cp:lastModifiedBy>
  <cp:revision>12</cp:revision>
  <dcterms:created xsi:type="dcterms:W3CDTF">2026-09-17T22:48:56Z</dcterms:created>
  <dcterms:modified xsi:type="dcterms:W3CDTF">2026-09-21T07:18:35Z</dcterms:modified>
</cp:coreProperties>
</file>